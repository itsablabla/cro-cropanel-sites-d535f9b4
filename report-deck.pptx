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C (72/100)  ·  10 findings  ·  4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coverage-check form, which is the primary qualification step for every plan. The funnel is bleeding value because the homepage and plans pages present multiple competing CTAs and duplicate forms, diluting user focus and creating ambiguity about the primary conversion path, while the page's heavy script load and slow LCP (48.9s) cause most visitors to bounce before they even reach the form.</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1.9–8.8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C0392B"/>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Lab LCP 48.9s on mobile</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The page's main content takes 48.9 seconds to appear on a mid-range phone, causing most visitors to bounce before they c</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Competing CTAs split funnel</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Multiple competing CTAs on the homepage create ambiguity about the primary conversion path, diluting user focus.</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Unclear what is sold</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homepage headline promises internet that works anywhere but never states what the product actually is (a wireless ro</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Lab CLS 0.73 on mobile</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layout jumps while loading, causing mis-taps on the very buttons the funnel depends on.</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Lab TBT 1780ms on mobile</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Script work freezes the main thread, so taps and scrolls go dead during load.</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Heavy third-party script load</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The homepage loads 65 scripts, which is the usual root cause of slow interaction readiness on mobile.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1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LCP 48.9s on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Largest Contentful Paint 48.9 s against a ‘good’ threshold of 2500ms. Lab data, not real-user field data — confirms the defect class"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page's main content takes this long to appear on a mid-range phone; most visitors have bounced long before.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Competing CTAs split funnel</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"7 distinct calls to action compete on the same page: “CHECK COVERAGE”, “CHECK IF IT WORKS AT MY ADDRESS”, “SEE MY OPTIONS”, “GET STARTED”, “START CHAT”, “SEE WHAT I QUALIFY FOR”,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competing CTAs on the homepage create ambiguity about the primary conversion path, diluting user focus.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Unclear what is sold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"Reliable Internet That Works Anywhere in the U.S."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headline promises internet that works anywhere but never states what the product actually is (a wireless router plus monthly service) before the visitor commits to a coverage check.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CLS 0.73 on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Cumulative Layout Shift 0.73 against a ‘good’ threshold of 0.1. Lab data, not real-user field data — confirms the defect class, not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layout jumps while loading, causing mis-taps on the very buttons the funnel depends 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TBT 1780ms on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Total Blocking Time 1,780 ms against a ‘good’ threshold of 200ms. Lab data, not real-user field data — confirms the defect class, no"</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script work freezes the main thread, so taps and scrolls go dead during load.</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Lab LCP 48.9s on mobile</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Unclear what is sold</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Benefit claims lack specifics</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Duplicate pricing creates confusion</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Duplicate forms create redundant steps</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Competing CTAs split funnel</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Lab CLS 0.73 on mobile</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Lab TBT 1780ms on mobile</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Heavy third-party script load</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Guarantee and return policy unstated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